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Bold" charset="1" panose="00000800000000000000"/>
      <p:regular r:id="rId16"/>
    </p:embeddedFont>
    <p:embeddedFont>
      <p:font typeface="Poppins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15.png" Type="http://schemas.openxmlformats.org/officeDocument/2006/relationships/image"/><Relationship Id="rId14" Target="../media/image16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pn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49838" y="-1209837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8"/>
                </a:lnTo>
                <a:lnTo>
                  <a:pt x="0" y="7720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05048" y="0"/>
            <a:ext cx="3285731" cy="2855599"/>
          </a:xfrm>
          <a:custGeom>
            <a:avLst/>
            <a:gdLst/>
            <a:ahLst/>
            <a:cxnLst/>
            <a:rect r="r" b="b" t="t" l="l"/>
            <a:pathLst>
              <a:path h="2855599" w="3285731">
                <a:moveTo>
                  <a:pt x="0" y="0"/>
                </a:moveTo>
                <a:lnTo>
                  <a:pt x="3285731" y="0"/>
                </a:lnTo>
                <a:lnTo>
                  <a:pt x="3285731" y="2855599"/>
                </a:lnTo>
                <a:lnTo>
                  <a:pt x="0" y="28555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542793">
            <a:off x="12327367" y="4235771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542793">
            <a:off x="16544674" y="7764432"/>
            <a:ext cx="3285731" cy="2855599"/>
          </a:xfrm>
          <a:custGeom>
            <a:avLst/>
            <a:gdLst/>
            <a:ahLst/>
            <a:cxnLst/>
            <a:rect r="r" b="b" t="t" l="l"/>
            <a:pathLst>
              <a:path h="2855599" w="3285731">
                <a:moveTo>
                  <a:pt x="0" y="0"/>
                </a:moveTo>
                <a:lnTo>
                  <a:pt x="3285730" y="0"/>
                </a:lnTo>
                <a:lnTo>
                  <a:pt x="3285730" y="2855599"/>
                </a:lnTo>
                <a:lnTo>
                  <a:pt x="0" y="28555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46488" y="3113511"/>
            <a:ext cx="11867643" cy="279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71"/>
              </a:lnSpc>
            </a:pPr>
            <a:r>
              <a:rPr lang="en-US" sz="10811" b="true">
                <a:solidFill>
                  <a:srgbClr val="756342"/>
                </a:solidFill>
                <a:latin typeface="Poppins Bold"/>
                <a:ea typeface="Poppins Bold"/>
                <a:cs typeface="Poppins Bold"/>
                <a:sym typeface="Poppins Bold"/>
              </a:rPr>
              <a:t>Plataforma lista de amigos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296166">
            <a:off x="6725553" y="6703068"/>
            <a:ext cx="6050041" cy="1991013"/>
          </a:xfrm>
          <a:custGeom>
            <a:avLst/>
            <a:gdLst/>
            <a:ahLst/>
            <a:cxnLst/>
            <a:rect r="r" b="b" t="t" l="l"/>
            <a:pathLst>
              <a:path h="1991013" w="6050041">
                <a:moveTo>
                  <a:pt x="0" y="0"/>
                </a:moveTo>
                <a:lnTo>
                  <a:pt x="6050041" y="0"/>
                </a:lnTo>
                <a:lnTo>
                  <a:pt x="6050041" y="1991014"/>
                </a:lnTo>
                <a:lnTo>
                  <a:pt x="0" y="19910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858571" y="7513218"/>
            <a:ext cx="7367212" cy="582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0"/>
              </a:lnSpc>
            </a:pPr>
            <a:r>
              <a:rPr lang="en-US" sz="4253" b="true">
                <a:solidFill>
                  <a:srgbClr val="BA8145"/>
                </a:solidFill>
                <a:latin typeface="Poppins Bold"/>
                <a:ea typeface="Poppins Bold"/>
                <a:cs typeface="Poppins Bold"/>
                <a:sym typeface="Poppins Bold"/>
              </a:rPr>
              <a:t>Projeto em PHP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510929">
            <a:off x="-728022" y="6567306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1" y="0"/>
                </a:lnTo>
                <a:lnTo>
                  <a:pt x="8261041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447303">
            <a:off x="12849015" y="-1974713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542793">
            <a:off x="16610484" y="-355435"/>
            <a:ext cx="2475431" cy="2151374"/>
          </a:xfrm>
          <a:custGeom>
            <a:avLst/>
            <a:gdLst/>
            <a:ahLst/>
            <a:cxnLst/>
            <a:rect r="r" b="b" t="t" l="l"/>
            <a:pathLst>
              <a:path h="2151374" w="2475431">
                <a:moveTo>
                  <a:pt x="0" y="0"/>
                </a:moveTo>
                <a:lnTo>
                  <a:pt x="2475430" y="0"/>
                </a:lnTo>
                <a:lnTo>
                  <a:pt x="2475430" y="2151374"/>
                </a:lnTo>
                <a:lnTo>
                  <a:pt x="0" y="21513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07821" y="3418030"/>
            <a:ext cx="641758" cy="64175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E8D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BA814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07821" y="4351472"/>
            <a:ext cx="641758" cy="64175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E8D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BA814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07821" y="5288505"/>
            <a:ext cx="641758" cy="64175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E8D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BA814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548060" y="3216273"/>
            <a:ext cx="9031248" cy="84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4047" b="true">
                <a:solidFill>
                  <a:srgbClr val="756342"/>
                </a:solidFill>
                <a:latin typeface="Poppins Bold"/>
                <a:ea typeface="Poppins Bold"/>
                <a:cs typeface="Poppins Bold"/>
                <a:sym typeface="Poppins Bold"/>
              </a:rPr>
              <a:t>Salva os dad</a:t>
            </a:r>
            <a:r>
              <a:rPr lang="en-US" sz="4047" b="true">
                <a:solidFill>
                  <a:srgbClr val="756342"/>
                </a:solidFill>
                <a:latin typeface="Poppins Bold"/>
                <a:ea typeface="Poppins Bold"/>
                <a:cs typeface="Poppins Bold"/>
                <a:sym typeface="Poppins Bold"/>
              </a:rPr>
              <a:t>os</a:t>
            </a:r>
            <a:r>
              <a:rPr lang="en-US" sz="4047" b="true">
                <a:solidFill>
                  <a:srgbClr val="756342"/>
                </a:solidFill>
                <a:latin typeface="Poppins Bold"/>
                <a:ea typeface="Poppins Bold"/>
                <a:cs typeface="Poppins Bold"/>
                <a:sym typeface="Poppins Bold"/>
              </a:rPr>
              <a:t> n</a:t>
            </a:r>
            <a:r>
              <a:rPr lang="en-US" sz="4047" b="true">
                <a:solidFill>
                  <a:srgbClr val="756342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sz="4047" b="true">
                <a:solidFill>
                  <a:srgbClr val="756342"/>
                </a:solidFill>
                <a:latin typeface="Poppins Bold"/>
                <a:ea typeface="Poppins Bold"/>
                <a:cs typeface="Poppins Bold"/>
                <a:sym typeface="Poppins Bold"/>
              </a:rPr>
              <a:t> b</a:t>
            </a:r>
            <a:r>
              <a:rPr lang="en-US" sz="4047" b="true">
                <a:solidFill>
                  <a:srgbClr val="756342"/>
                </a:solidFill>
                <a:latin typeface="Poppins Bold"/>
                <a:ea typeface="Poppins Bold"/>
                <a:cs typeface="Poppins Bold"/>
                <a:sym typeface="Poppins Bold"/>
              </a:rPr>
              <a:t>an</a:t>
            </a:r>
            <a:r>
              <a:rPr lang="en-US" sz="4047" b="true">
                <a:solidFill>
                  <a:srgbClr val="756342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sz="4047" b="true">
                <a:solidFill>
                  <a:srgbClr val="756342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sz="4047" b="true">
                <a:solidFill>
                  <a:srgbClr val="756342"/>
                </a:solidFill>
                <a:latin typeface="Poppins Bold"/>
                <a:ea typeface="Poppins Bold"/>
                <a:cs typeface="Poppins Bold"/>
                <a:sym typeface="Poppins Bold"/>
              </a:rPr>
              <a:t> MySQL.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69803" y="234712"/>
            <a:ext cx="14155799" cy="108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6"/>
              </a:lnSpc>
            </a:pPr>
            <a:r>
              <a:rPr lang="en-US" sz="7891" b="true">
                <a:solidFill>
                  <a:srgbClr val="BA8145"/>
                </a:solidFill>
                <a:latin typeface="Poppins Bold"/>
                <a:ea typeface="Poppins Bold"/>
                <a:cs typeface="Poppins Bold"/>
                <a:sym typeface="Poppins Bold"/>
              </a:rPr>
              <a:t>Como o sistema funciona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10542793">
            <a:off x="12552110" y="6337371"/>
            <a:ext cx="5562977" cy="4834732"/>
          </a:xfrm>
          <a:custGeom>
            <a:avLst/>
            <a:gdLst/>
            <a:ahLst/>
            <a:cxnLst/>
            <a:rect r="r" b="b" t="t" l="l"/>
            <a:pathLst>
              <a:path h="4834732" w="5562977">
                <a:moveTo>
                  <a:pt x="0" y="0"/>
                </a:moveTo>
                <a:lnTo>
                  <a:pt x="5562977" y="0"/>
                </a:lnTo>
                <a:lnTo>
                  <a:pt x="5562977" y="4834733"/>
                </a:lnTo>
                <a:lnTo>
                  <a:pt x="0" y="48347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43777" y="1349389"/>
            <a:ext cx="14594374" cy="84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4047" b="true">
                <a:solidFill>
                  <a:srgbClr val="756342"/>
                </a:solidFill>
                <a:latin typeface="Poppins Bold"/>
                <a:ea typeface="Poppins Bold"/>
                <a:cs typeface="Poppins Bold"/>
                <a:sym typeface="Poppins Bold"/>
              </a:rPr>
              <a:t>Uma forma simples de entender o que o p</a:t>
            </a:r>
            <a:r>
              <a:rPr lang="en-US" sz="4047" b="true">
                <a:solidFill>
                  <a:srgbClr val="756342"/>
                </a:solidFill>
                <a:latin typeface="Poppins Bold"/>
                <a:ea typeface="Poppins Bold"/>
                <a:cs typeface="Poppins Bold"/>
                <a:sym typeface="Poppins Bold"/>
              </a:rPr>
              <a:t>ro</a:t>
            </a:r>
            <a:r>
              <a:rPr lang="en-US" sz="4047" b="true">
                <a:solidFill>
                  <a:srgbClr val="756342"/>
                </a:solidFill>
                <a:latin typeface="Poppins Bold"/>
                <a:ea typeface="Poppins Bold"/>
                <a:cs typeface="Poppins Bold"/>
                <a:sym typeface="Poppins Bold"/>
              </a:rPr>
              <a:t>j</a:t>
            </a:r>
            <a:r>
              <a:rPr lang="en-US" sz="4047" b="true">
                <a:solidFill>
                  <a:srgbClr val="756342"/>
                </a:solidFill>
                <a:latin typeface="Poppins Bold"/>
                <a:ea typeface="Poppins Bold"/>
                <a:cs typeface="Poppins Bold"/>
                <a:sym typeface="Poppins Bold"/>
              </a:rPr>
              <a:t>eto</a:t>
            </a:r>
            <a:r>
              <a:rPr lang="en-US" sz="4047" b="true">
                <a:solidFill>
                  <a:srgbClr val="756342"/>
                </a:solidFill>
                <a:latin typeface="Poppins Bold"/>
                <a:ea typeface="Poppins Bold"/>
                <a:cs typeface="Poppins Bold"/>
                <a:sym typeface="Poppins Bold"/>
              </a:rPr>
              <a:t> f</a:t>
            </a:r>
            <a:r>
              <a:rPr lang="en-US" sz="4047" b="true">
                <a:solidFill>
                  <a:srgbClr val="756342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sz="4047" b="true">
                <a:solidFill>
                  <a:srgbClr val="756342"/>
                </a:solidFill>
                <a:latin typeface="Poppins Bold"/>
                <a:ea typeface="Poppins Bold"/>
                <a:cs typeface="Poppins Bold"/>
                <a:sym typeface="Poppins Bold"/>
              </a:rPr>
              <a:t>z.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48060" y="4149715"/>
            <a:ext cx="11004759" cy="84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4047" b="true">
                <a:solidFill>
                  <a:srgbClr val="756342"/>
                </a:solidFill>
                <a:latin typeface="Poppins Bold"/>
                <a:ea typeface="Poppins Bold"/>
                <a:cs typeface="Poppins Bold"/>
                <a:sym typeface="Poppins Bold"/>
              </a:rPr>
              <a:t>Só quem tem </a:t>
            </a:r>
            <a:r>
              <a:rPr lang="en-US" sz="4047" b="true">
                <a:solidFill>
                  <a:srgbClr val="756342"/>
                </a:solidFill>
                <a:latin typeface="Poppins Bold"/>
                <a:ea typeface="Poppins Bold"/>
                <a:cs typeface="Poppins Bold"/>
                <a:sym typeface="Poppins Bold"/>
              </a:rPr>
              <a:t>se</a:t>
            </a:r>
            <a:r>
              <a:rPr lang="en-US" sz="4047" b="true">
                <a:solidFill>
                  <a:srgbClr val="756342"/>
                </a:solidFill>
                <a:latin typeface="Poppins Bold"/>
                <a:ea typeface="Poppins Bold"/>
                <a:cs typeface="Poppins Bold"/>
                <a:sym typeface="Poppins Bold"/>
              </a:rPr>
              <a:t>nh</a:t>
            </a:r>
            <a:r>
              <a:rPr lang="en-US" sz="4047" b="true">
                <a:solidFill>
                  <a:srgbClr val="756342"/>
                </a:solidFill>
                <a:latin typeface="Poppins Bold"/>
                <a:ea typeface="Poppins Bold"/>
                <a:cs typeface="Poppins Bold"/>
                <a:sym typeface="Poppins Bold"/>
              </a:rPr>
              <a:t>a </a:t>
            </a:r>
            <a:r>
              <a:rPr lang="en-US" sz="4047" b="true">
                <a:solidFill>
                  <a:srgbClr val="756342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sz="4047" b="true">
                <a:solidFill>
                  <a:srgbClr val="756342"/>
                </a:solidFill>
                <a:latin typeface="Poppins Bold"/>
                <a:ea typeface="Poppins Bold"/>
                <a:cs typeface="Poppins Bold"/>
                <a:sym typeface="Poppins Bold"/>
              </a:rPr>
              <a:t>onsegue</a:t>
            </a:r>
            <a:r>
              <a:rPr lang="en-US" sz="4047" b="true">
                <a:solidFill>
                  <a:srgbClr val="756342"/>
                </a:solidFill>
                <a:latin typeface="Poppins Bold"/>
                <a:ea typeface="Poppins Bold"/>
                <a:cs typeface="Poppins Bold"/>
                <a:sym typeface="Poppins Bold"/>
              </a:rPr>
              <a:t> entrar.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48060" y="5086748"/>
            <a:ext cx="11004759" cy="84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4047" b="true">
                <a:solidFill>
                  <a:srgbClr val="756342"/>
                </a:solidFill>
                <a:latin typeface="Poppins Bold"/>
                <a:ea typeface="Poppins Bold"/>
                <a:cs typeface="Poppins Bold"/>
                <a:sym typeface="Poppins Bold"/>
              </a:rPr>
              <a:t>Funciona bem no</a:t>
            </a:r>
            <a:r>
              <a:rPr lang="en-US" sz="4047" b="true">
                <a:solidFill>
                  <a:srgbClr val="756342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4047" b="true">
                <a:solidFill>
                  <a:srgbClr val="756342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sz="4047" b="true">
                <a:solidFill>
                  <a:srgbClr val="756342"/>
                </a:solidFill>
                <a:latin typeface="Poppins Bold"/>
                <a:ea typeface="Poppins Bold"/>
                <a:cs typeface="Poppins Bold"/>
                <a:sym typeface="Poppins Bold"/>
              </a:rPr>
              <a:t>elular e</a:t>
            </a:r>
            <a:r>
              <a:rPr lang="en-US" sz="4047" b="true">
                <a:solidFill>
                  <a:srgbClr val="756342"/>
                </a:solidFill>
                <a:latin typeface="Poppins Bold"/>
                <a:ea typeface="Poppins Bold"/>
                <a:cs typeface="Poppins Bold"/>
                <a:sym typeface="Poppins Bold"/>
              </a:rPr>
              <a:t> computador.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510929">
            <a:off x="-728022" y="6567306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1" y="0"/>
                </a:lnTo>
                <a:lnTo>
                  <a:pt x="8261041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542793">
            <a:off x="13097588" y="6455407"/>
            <a:ext cx="5562977" cy="4834732"/>
          </a:xfrm>
          <a:custGeom>
            <a:avLst/>
            <a:gdLst/>
            <a:ahLst/>
            <a:cxnLst/>
            <a:rect r="r" b="b" t="t" l="l"/>
            <a:pathLst>
              <a:path h="4834732" w="5562977">
                <a:moveTo>
                  <a:pt x="0" y="0"/>
                </a:moveTo>
                <a:lnTo>
                  <a:pt x="5562977" y="0"/>
                </a:lnTo>
                <a:lnTo>
                  <a:pt x="5562977" y="4834732"/>
                </a:lnTo>
                <a:lnTo>
                  <a:pt x="0" y="48347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6447303">
            <a:off x="12849015" y="-1974713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542793">
            <a:off x="16610484" y="-355435"/>
            <a:ext cx="2475431" cy="2151374"/>
          </a:xfrm>
          <a:custGeom>
            <a:avLst/>
            <a:gdLst/>
            <a:ahLst/>
            <a:cxnLst/>
            <a:rect r="r" b="b" t="t" l="l"/>
            <a:pathLst>
              <a:path h="2151374" w="2475431">
                <a:moveTo>
                  <a:pt x="0" y="0"/>
                </a:moveTo>
                <a:lnTo>
                  <a:pt x="2475430" y="0"/>
                </a:lnTo>
                <a:lnTo>
                  <a:pt x="2475430" y="2151374"/>
                </a:lnTo>
                <a:lnTo>
                  <a:pt x="0" y="21513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40561" y="3243042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770153"/>
                  </a:lnTo>
                  <a:cubicBezTo>
                    <a:pt x="812800" y="781464"/>
                    <a:pt x="808307" y="792311"/>
                    <a:pt x="800309" y="800309"/>
                  </a:cubicBezTo>
                  <a:cubicBezTo>
                    <a:pt x="792311" y="808307"/>
                    <a:pt x="781464" y="812800"/>
                    <a:pt x="770153" y="812800"/>
                  </a:cubicBezTo>
                  <a:lnTo>
                    <a:pt x="42647" y="812800"/>
                  </a:lnTo>
                  <a:cubicBezTo>
                    <a:pt x="31336" y="812800"/>
                    <a:pt x="20489" y="808307"/>
                    <a:pt x="12491" y="800309"/>
                  </a:cubicBezTo>
                  <a:cubicBezTo>
                    <a:pt x="4493" y="792311"/>
                    <a:pt x="0" y="781464"/>
                    <a:pt x="0" y="770153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CE945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38100"/>
              <a:ext cx="8128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8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600950" y="3243042"/>
            <a:ext cx="3086100" cy="30861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770153"/>
                  </a:lnTo>
                  <a:cubicBezTo>
                    <a:pt x="812800" y="781464"/>
                    <a:pt x="808307" y="792311"/>
                    <a:pt x="800309" y="800309"/>
                  </a:cubicBezTo>
                  <a:cubicBezTo>
                    <a:pt x="792311" y="808307"/>
                    <a:pt x="781464" y="812800"/>
                    <a:pt x="770153" y="812800"/>
                  </a:cubicBezTo>
                  <a:lnTo>
                    <a:pt x="42647" y="812800"/>
                  </a:lnTo>
                  <a:cubicBezTo>
                    <a:pt x="31336" y="812800"/>
                    <a:pt x="20489" y="808307"/>
                    <a:pt x="12491" y="800309"/>
                  </a:cubicBezTo>
                  <a:cubicBezTo>
                    <a:pt x="4493" y="792311"/>
                    <a:pt x="0" y="781464"/>
                    <a:pt x="0" y="770153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CE945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38100"/>
              <a:ext cx="8128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319471" y="3243042"/>
            <a:ext cx="3086100" cy="308610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770153"/>
                  </a:lnTo>
                  <a:cubicBezTo>
                    <a:pt x="812800" y="781464"/>
                    <a:pt x="808307" y="792311"/>
                    <a:pt x="800309" y="800309"/>
                  </a:cubicBezTo>
                  <a:cubicBezTo>
                    <a:pt x="792311" y="808307"/>
                    <a:pt x="781464" y="812800"/>
                    <a:pt x="770153" y="812800"/>
                  </a:cubicBezTo>
                  <a:lnTo>
                    <a:pt x="42647" y="812800"/>
                  </a:lnTo>
                  <a:cubicBezTo>
                    <a:pt x="31336" y="812800"/>
                    <a:pt x="20489" y="808307"/>
                    <a:pt x="12491" y="800309"/>
                  </a:cubicBezTo>
                  <a:cubicBezTo>
                    <a:pt x="4493" y="792311"/>
                    <a:pt x="0" y="781464"/>
                    <a:pt x="0" y="770153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CE945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38100"/>
              <a:ext cx="8128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8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2363662" y="3436258"/>
            <a:ext cx="1439899" cy="755947"/>
          </a:xfrm>
          <a:custGeom>
            <a:avLst/>
            <a:gdLst/>
            <a:ahLst/>
            <a:cxnLst/>
            <a:rect r="r" b="b" t="t" l="l"/>
            <a:pathLst>
              <a:path h="755947" w="1439899">
                <a:moveTo>
                  <a:pt x="0" y="0"/>
                </a:moveTo>
                <a:lnTo>
                  <a:pt x="1439899" y="0"/>
                </a:lnTo>
                <a:lnTo>
                  <a:pt x="1439899" y="755947"/>
                </a:lnTo>
                <a:lnTo>
                  <a:pt x="0" y="75594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487525" y="3348319"/>
            <a:ext cx="908529" cy="931825"/>
          </a:xfrm>
          <a:custGeom>
            <a:avLst/>
            <a:gdLst/>
            <a:ahLst/>
            <a:cxnLst/>
            <a:rect r="r" b="b" t="t" l="l"/>
            <a:pathLst>
              <a:path h="931825" w="908529">
                <a:moveTo>
                  <a:pt x="0" y="0"/>
                </a:moveTo>
                <a:lnTo>
                  <a:pt x="908529" y="0"/>
                </a:lnTo>
                <a:lnTo>
                  <a:pt x="908529" y="931825"/>
                </a:lnTo>
                <a:lnTo>
                  <a:pt x="0" y="9318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068589" y="3436258"/>
            <a:ext cx="2337296" cy="409027"/>
          </a:xfrm>
          <a:custGeom>
            <a:avLst/>
            <a:gdLst/>
            <a:ahLst/>
            <a:cxnLst/>
            <a:rect r="r" b="b" t="t" l="l"/>
            <a:pathLst>
              <a:path h="409027" w="2337296">
                <a:moveTo>
                  <a:pt x="0" y="0"/>
                </a:moveTo>
                <a:lnTo>
                  <a:pt x="2337296" y="0"/>
                </a:lnTo>
                <a:lnTo>
                  <a:pt x="2337296" y="409027"/>
                </a:lnTo>
                <a:lnTo>
                  <a:pt x="0" y="40902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402498" y="195017"/>
            <a:ext cx="9764265" cy="1753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5"/>
              </a:lnSpc>
            </a:pPr>
            <a:r>
              <a:rPr lang="en-US" sz="6752" b="true">
                <a:solidFill>
                  <a:srgbClr val="BA8145"/>
                </a:solidFill>
                <a:latin typeface="Poppins Bold"/>
                <a:ea typeface="Poppins Bold"/>
                <a:cs typeface="Poppins Bold"/>
                <a:sym typeface="Poppins Bold"/>
              </a:rPr>
              <a:t>O que usei no projeto</a:t>
            </a:r>
          </a:p>
          <a:p>
            <a:pPr algn="ctr">
              <a:lnSpc>
                <a:spcPts val="6415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2770254" y="4344605"/>
            <a:ext cx="626715" cy="44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1"/>
              </a:lnSpc>
              <a:spcBef>
                <a:spcPct val="0"/>
              </a:spcBef>
            </a:pPr>
            <a:r>
              <a:rPr lang="en-US" b="true" sz="249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PHP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12704" y="4936470"/>
            <a:ext cx="2541815" cy="1317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1"/>
              </a:lnSpc>
              <a:spcBef>
                <a:spcPct val="0"/>
              </a:spcBef>
            </a:pPr>
            <a:r>
              <a:rPr lang="en-US" b="true" sz="249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Linguagem que faz o sistema pensar.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601001" y="4405276"/>
            <a:ext cx="1085999" cy="87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1"/>
              </a:lnSpc>
            </a:pPr>
            <a:r>
              <a:rPr lang="en-US" sz="249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MySQL</a:t>
            </a:r>
          </a:p>
          <a:p>
            <a:pPr algn="l">
              <a:lnSpc>
                <a:spcPts val="3491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7694187" y="5155545"/>
            <a:ext cx="3086100" cy="87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1"/>
              </a:lnSpc>
              <a:spcBef>
                <a:spcPct val="0"/>
              </a:spcBef>
            </a:pPr>
            <a:r>
              <a:rPr lang="en-US" b="true" sz="249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Onde guardamos as informações.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240196" y="4405276"/>
            <a:ext cx="1244650" cy="87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1"/>
              </a:lnSpc>
            </a:pPr>
            <a:r>
              <a:rPr lang="en-US" sz="249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W3.CSS</a:t>
            </a:r>
          </a:p>
          <a:p>
            <a:pPr algn="l">
              <a:lnSpc>
                <a:spcPts val="3491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3447440" y="5155545"/>
            <a:ext cx="3086100" cy="87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1"/>
              </a:lnSpc>
              <a:spcBef>
                <a:spcPct val="0"/>
              </a:spcBef>
            </a:pPr>
            <a:r>
              <a:rPr lang="en-US" b="true" sz="249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Para deixar as telas bonitas.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510929">
            <a:off x="-728022" y="6567306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1" y="0"/>
                </a:lnTo>
                <a:lnTo>
                  <a:pt x="8261041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447303">
            <a:off x="12849015" y="-1974713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542793">
            <a:off x="16610484" y="-355435"/>
            <a:ext cx="2475431" cy="2151374"/>
          </a:xfrm>
          <a:custGeom>
            <a:avLst/>
            <a:gdLst/>
            <a:ahLst/>
            <a:cxnLst/>
            <a:rect r="r" b="b" t="t" l="l"/>
            <a:pathLst>
              <a:path h="2151374" w="2475431">
                <a:moveTo>
                  <a:pt x="0" y="0"/>
                </a:moveTo>
                <a:lnTo>
                  <a:pt x="2475430" y="0"/>
                </a:lnTo>
                <a:lnTo>
                  <a:pt x="2475430" y="2151374"/>
                </a:lnTo>
                <a:lnTo>
                  <a:pt x="0" y="21513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542793">
            <a:off x="13097588" y="6455407"/>
            <a:ext cx="5562977" cy="4834732"/>
          </a:xfrm>
          <a:custGeom>
            <a:avLst/>
            <a:gdLst/>
            <a:ahLst/>
            <a:cxnLst/>
            <a:rect r="r" b="b" t="t" l="l"/>
            <a:pathLst>
              <a:path h="4834732" w="5562977">
                <a:moveTo>
                  <a:pt x="0" y="0"/>
                </a:moveTo>
                <a:lnTo>
                  <a:pt x="5562977" y="0"/>
                </a:lnTo>
                <a:lnTo>
                  <a:pt x="5562977" y="4834732"/>
                </a:lnTo>
                <a:lnTo>
                  <a:pt x="0" y="48347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92408" y="310429"/>
            <a:ext cx="9764265" cy="2565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5"/>
              </a:lnSpc>
            </a:pPr>
            <a:r>
              <a:rPr lang="en-US" sz="6752" b="true">
                <a:solidFill>
                  <a:srgbClr val="BA8145"/>
                </a:solidFill>
                <a:latin typeface="Poppins Bold"/>
                <a:ea typeface="Poppins Bold"/>
                <a:cs typeface="Poppins Bold"/>
                <a:sym typeface="Poppins Bold"/>
              </a:rPr>
              <a:t>Organização do Código</a:t>
            </a:r>
          </a:p>
          <a:p>
            <a:pPr algn="ctr">
              <a:lnSpc>
                <a:spcPts val="6415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68303" y="4762609"/>
            <a:ext cx="4447301" cy="97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09"/>
              </a:lnSpc>
              <a:spcBef>
                <a:spcPct val="0"/>
              </a:spcBef>
            </a:pPr>
            <a:r>
              <a:rPr lang="en-US" sz="2720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Ev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ita escre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sm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o 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có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di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go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vár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s 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vez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296166">
            <a:off x="1718398" y="3464319"/>
            <a:ext cx="3547110" cy="1167322"/>
          </a:xfrm>
          <a:custGeom>
            <a:avLst/>
            <a:gdLst/>
            <a:ahLst/>
            <a:cxnLst/>
            <a:rect r="r" b="b" t="t" l="l"/>
            <a:pathLst>
              <a:path h="1167322" w="3547110">
                <a:moveTo>
                  <a:pt x="0" y="0"/>
                </a:moveTo>
                <a:lnTo>
                  <a:pt x="3547110" y="0"/>
                </a:lnTo>
                <a:lnTo>
                  <a:pt x="3547110" y="1167321"/>
                </a:lnTo>
                <a:lnTo>
                  <a:pt x="0" y="116732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10091" y="3647073"/>
            <a:ext cx="4319361" cy="634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8"/>
              </a:lnSpc>
            </a:pPr>
            <a:r>
              <a:rPr lang="en-US" sz="2493" b="true">
                <a:solidFill>
                  <a:srgbClr val="4C3F26"/>
                </a:solidFill>
                <a:latin typeface="Poppins Bold"/>
                <a:ea typeface="Poppins Bold"/>
                <a:cs typeface="Poppins Bold"/>
                <a:sym typeface="Poppins Bold"/>
              </a:rPr>
              <a:t>require_once</a:t>
            </a:r>
          </a:p>
          <a:p>
            <a:pPr algn="ctr">
              <a:lnSpc>
                <a:spcPts val="2368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471328" y="4762609"/>
            <a:ext cx="4447301" cy="97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09"/>
              </a:lnSpc>
              <a:spcBef>
                <a:spcPct val="0"/>
              </a:spcBef>
            </a:pPr>
            <a:r>
              <a:rPr lang="en-US" sz="2720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m 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arq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iv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o 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ún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co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ra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 conect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r ao 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anco.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09151" y="2450555"/>
            <a:ext cx="6712437" cy="634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68"/>
              </a:lnSpc>
              <a:spcBef>
                <a:spcPct val="0"/>
              </a:spcBef>
            </a:pPr>
            <a:r>
              <a:rPr lang="en-US" b="true" sz="2493">
                <a:solidFill>
                  <a:srgbClr val="4C3F26"/>
                </a:solidFill>
                <a:latin typeface="Poppins Bold"/>
                <a:ea typeface="Poppins Bold"/>
                <a:cs typeface="Poppins Bold"/>
                <a:sym typeface="Poppins Bold"/>
              </a:rPr>
              <a:t>Sepa</a:t>
            </a:r>
            <a:r>
              <a:rPr lang="en-US" b="true" sz="2493" strike="noStrike" u="none">
                <a:solidFill>
                  <a:srgbClr val="4C3F26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b="true" sz="2493" strike="noStrike" u="none">
                <a:solidFill>
                  <a:srgbClr val="4C3F26"/>
                </a:solidFill>
                <a:latin typeface="Poppins Bold"/>
                <a:ea typeface="Poppins Bold"/>
                <a:cs typeface="Poppins Bold"/>
                <a:sym typeface="Poppins Bold"/>
              </a:rPr>
              <a:t>and</a:t>
            </a:r>
            <a:r>
              <a:rPr lang="en-US" b="true" sz="2493" strike="noStrike" u="none">
                <a:solidFill>
                  <a:srgbClr val="4C3F26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b="true" sz="2493" strike="noStrike" u="none">
                <a:solidFill>
                  <a:srgbClr val="4C3F26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493" strike="noStrike" u="none">
                <a:solidFill>
                  <a:srgbClr val="4C3F26"/>
                </a:solidFill>
                <a:latin typeface="Poppins Bold"/>
                <a:ea typeface="Poppins Bold"/>
                <a:cs typeface="Poppins Bold"/>
                <a:sym typeface="Poppins Bold"/>
              </a:rPr>
              <a:t>os</a:t>
            </a:r>
            <a:r>
              <a:rPr lang="en-US" b="true" sz="2493" strike="noStrike" u="none">
                <a:solidFill>
                  <a:srgbClr val="4C3F26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493" strike="noStrike" u="none">
                <a:solidFill>
                  <a:srgbClr val="4C3F26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2493" strike="noStrike" u="none">
                <a:solidFill>
                  <a:srgbClr val="4C3F26"/>
                </a:solidFill>
                <a:latin typeface="Poppins Bold"/>
                <a:ea typeface="Poppins Bold"/>
                <a:cs typeface="Poppins Bold"/>
                <a:sym typeface="Poppins Bold"/>
              </a:rPr>
              <a:t>rquivos</a:t>
            </a:r>
            <a:r>
              <a:rPr lang="en-US" b="true" sz="2493" strike="noStrike" u="none">
                <a:solidFill>
                  <a:srgbClr val="4C3F26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2493" strike="noStrike" u="none">
                <a:solidFill>
                  <a:srgbClr val="4C3F26"/>
                </a:solidFill>
                <a:latin typeface="Poppins Bold"/>
                <a:ea typeface="Poppins Bold"/>
                <a:cs typeface="Poppins Bold"/>
                <a:sym typeface="Poppins Bold"/>
              </a:rPr>
              <a:t>para não bagunçar.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296166">
            <a:off x="10826349" y="3530572"/>
            <a:ext cx="3547110" cy="1167322"/>
          </a:xfrm>
          <a:custGeom>
            <a:avLst/>
            <a:gdLst/>
            <a:ahLst/>
            <a:cxnLst/>
            <a:rect r="r" b="b" t="t" l="l"/>
            <a:pathLst>
              <a:path h="1167322" w="3547110">
                <a:moveTo>
                  <a:pt x="0" y="0"/>
                </a:moveTo>
                <a:lnTo>
                  <a:pt x="3547110" y="0"/>
                </a:lnTo>
                <a:lnTo>
                  <a:pt x="3547110" y="1167322"/>
                </a:lnTo>
                <a:lnTo>
                  <a:pt x="0" y="11673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535297" y="3983485"/>
            <a:ext cx="4319361" cy="634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68"/>
              </a:lnSpc>
              <a:spcBef>
                <a:spcPct val="0"/>
              </a:spcBef>
            </a:pPr>
            <a:r>
              <a:rPr lang="en-US" b="true" sz="2493">
                <a:solidFill>
                  <a:srgbClr val="4C3F26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b="true" sz="2493" strike="noStrike" u="none">
                <a:solidFill>
                  <a:srgbClr val="4C3F26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b="true" sz="2493" strike="noStrike" u="none">
                <a:solidFill>
                  <a:srgbClr val="4C3F26"/>
                </a:solidFill>
                <a:latin typeface="Poppins Bold"/>
                <a:ea typeface="Poppins Bold"/>
                <a:cs typeface="Poppins Bold"/>
                <a:sym typeface="Poppins Bold"/>
              </a:rPr>
              <a:t>nex</a:t>
            </a:r>
            <a:r>
              <a:rPr lang="en-US" b="true" sz="2493" strike="noStrike" u="none">
                <a:solidFill>
                  <a:srgbClr val="4C3F26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2493" strike="noStrike" u="none">
                <a:solidFill>
                  <a:srgbClr val="4C3F26"/>
                </a:solidFill>
                <a:latin typeface="Poppins Bold"/>
                <a:ea typeface="Poppins Bold"/>
                <a:cs typeface="Poppins Bold"/>
                <a:sym typeface="Poppins Bold"/>
              </a:rPr>
              <a:t>oBD.php</a:t>
            </a:r>
          </a:p>
          <a:p>
            <a:pPr algn="ctr" marL="0" indent="0" lvl="0">
              <a:lnSpc>
                <a:spcPts val="236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510929">
            <a:off x="-728022" y="6567306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1" y="0"/>
                </a:lnTo>
                <a:lnTo>
                  <a:pt x="8261041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447303">
            <a:off x="12849015" y="-1974713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542793">
            <a:off x="16610484" y="-355435"/>
            <a:ext cx="2475431" cy="2151374"/>
          </a:xfrm>
          <a:custGeom>
            <a:avLst/>
            <a:gdLst/>
            <a:ahLst/>
            <a:cxnLst/>
            <a:rect r="r" b="b" t="t" l="l"/>
            <a:pathLst>
              <a:path h="2151374" w="2475431">
                <a:moveTo>
                  <a:pt x="0" y="0"/>
                </a:moveTo>
                <a:lnTo>
                  <a:pt x="2475430" y="0"/>
                </a:lnTo>
                <a:lnTo>
                  <a:pt x="2475430" y="2151374"/>
                </a:lnTo>
                <a:lnTo>
                  <a:pt x="0" y="21513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542793">
            <a:off x="13097588" y="6455407"/>
            <a:ext cx="5562977" cy="4834732"/>
          </a:xfrm>
          <a:custGeom>
            <a:avLst/>
            <a:gdLst/>
            <a:ahLst/>
            <a:cxnLst/>
            <a:rect r="r" b="b" t="t" l="l"/>
            <a:pathLst>
              <a:path h="4834732" w="5562977">
                <a:moveTo>
                  <a:pt x="0" y="0"/>
                </a:moveTo>
                <a:lnTo>
                  <a:pt x="5562977" y="0"/>
                </a:lnTo>
                <a:lnTo>
                  <a:pt x="5562977" y="4834732"/>
                </a:lnTo>
                <a:lnTo>
                  <a:pt x="0" y="48347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756209" y="4205009"/>
            <a:ext cx="10558029" cy="938491"/>
          </a:xfrm>
          <a:custGeom>
            <a:avLst/>
            <a:gdLst/>
            <a:ahLst/>
            <a:cxnLst/>
            <a:rect r="r" b="b" t="t" l="l"/>
            <a:pathLst>
              <a:path h="938491" w="10558029">
                <a:moveTo>
                  <a:pt x="0" y="0"/>
                </a:moveTo>
                <a:lnTo>
                  <a:pt x="10558029" y="0"/>
                </a:lnTo>
                <a:lnTo>
                  <a:pt x="10558029" y="938491"/>
                </a:lnTo>
                <a:lnTo>
                  <a:pt x="0" y="93849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023249" y="601122"/>
            <a:ext cx="11112338" cy="940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5"/>
              </a:lnSpc>
            </a:pPr>
            <a:r>
              <a:rPr lang="en-US" sz="6752">
                <a:solidFill>
                  <a:srgbClr val="BA8145"/>
                </a:solidFill>
                <a:latin typeface="Poppins"/>
                <a:ea typeface="Poppins"/>
                <a:cs typeface="Poppins"/>
                <a:sym typeface="Poppins"/>
              </a:rPr>
              <a:t>Como funciona o login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02319" y="5218238"/>
            <a:ext cx="1363712" cy="87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1"/>
              </a:lnSpc>
              <a:spcBef>
                <a:spcPct val="0"/>
              </a:spcBef>
            </a:pPr>
            <a:r>
              <a:rPr lang="en-US" b="true" sz="249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Cap</a:t>
            </a:r>
            <a:r>
              <a:rPr lang="en-US" b="true" sz="249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tura</a:t>
            </a:r>
          </a:p>
          <a:p>
            <a:pPr algn="ctr">
              <a:lnSpc>
                <a:spcPts val="3491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502062" y="5665864"/>
            <a:ext cx="2684566" cy="1317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1"/>
              </a:lnSpc>
              <a:spcBef>
                <a:spcPct val="0"/>
              </a:spcBef>
            </a:pPr>
            <a:r>
              <a:rPr lang="en-US" sz="249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usuário digita seu nome e senha.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99628" y="5218238"/>
            <a:ext cx="1671191" cy="87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1"/>
              </a:lnSpc>
              <a:spcBef>
                <a:spcPct val="0"/>
              </a:spcBef>
            </a:pPr>
            <a:r>
              <a:rPr lang="en-US" b="true" sz="249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Valid</a:t>
            </a:r>
            <a:r>
              <a:rPr lang="en-US" b="true" sz="249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ação</a:t>
            </a:r>
          </a:p>
          <a:p>
            <a:pPr algn="ctr">
              <a:lnSpc>
                <a:spcPts val="3491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7692941" y="5665864"/>
            <a:ext cx="2684566" cy="1317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1"/>
              </a:lnSpc>
              <a:spcBef>
                <a:spcPct val="0"/>
              </a:spcBef>
            </a:pPr>
            <a:r>
              <a:rPr lang="en-US" sz="249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sistema confere se está certo no banco.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12492" y="5218238"/>
            <a:ext cx="1174998" cy="87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1"/>
              </a:lnSpc>
              <a:spcBef>
                <a:spcPct val="0"/>
              </a:spcBef>
            </a:pPr>
            <a:r>
              <a:rPr lang="en-US" b="true" sz="249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Acess</a:t>
            </a:r>
            <a:r>
              <a:rPr lang="en-US" b="true" sz="249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</a:p>
          <a:p>
            <a:pPr algn="ctr">
              <a:lnSpc>
                <a:spcPts val="3491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1957708" y="5665864"/>
            <a:ext cx="2684566" cy="1317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1"/>
              </a:lnSpc>
              <a:spcBef>
                <a:spcPct val="0"/>
              </a:spcBef>
            </a:pPr>
            <a:r>
              <a:rPr lang="en-US" sz="249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</a:t>
            </a:r>
            <a:r>
              <a:rPr lang="en-US" sz="249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estiver tudo ok, ele entra no sistema.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510929">
            <a:off x="-728022" y="6567306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1" y="0"/>
                </a:lnTo>
                <a:lnTo>
                  <a:pt x="8261041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447303">
            <a:off x="12849015" y="-1974713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542793">
            <a:off x="16610484" y="-355435"/>
            <a:ext cx="2475431" cy="2151374"/>
          </a:xfrm>
          <a:custGeom>
            <a:avLst/>
            <a:gdLst/>
            <a:ahLst/>
            <a:cxnLst/>
            <a:rect r="r" b="b" t="t" l="l"/>
            <a:pathLst>
              <a:path h="2151374" w="2475431">
                <a:moveTo>
                  <a:pt x="0" y="0"/>
                </a:moveTo>
                <a:lnTo>
                  <a:pt x="2475430" y="0"/>
                </a:lnTo>
                <a:lnTo>
                  <a:pt x="2475430" y="2151374"/>
                </a:lnTo>
                <a:lnTo>
                  <a:pt x="0" y="21513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542793">
            <a:off x="13097588" y="6455407"/>
            <a:ext cx="5562977" cy="4834732"/>
          </a:xfrm>
          <a:custGeom>
            <a:avLst/>
            <a:gdLst/>
            <a:ahLst/>
            <a:cxnLst/>
            <a:rect r="r" b="b" t="t" l="l"/>
            <a:pathLst>
              <a:path h="4834732" w="5562977">
                <a:moveTo>
                  <a:pt x="0" y="0"/>
                </a:moveTo>
                <a:lnTo>
                  <a:pt x="5562977" y="0"/>
                </a:lnTo>
                <a:lnTo>
                  <a:pt x="5562977" y="4834732"/>
                </a:lnTo>
                <a:lnTo>
                  <a:pt x="0" y="48347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844951" y="2805845"/>
            <a:ext cx="11397438" cy="3772926"/>
            <a:chOff x="0" y="0"/>
            <a:chExt cx="3001794" cy="9936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01794" cy="993692"/>
            </a:xfrm>
            <a:custGeom>
              <a:avLst/>
              <a:gdLst/>
              <a:ahLst/>
              <a:cxnLst/>
              <a:rect r="r" b="b" t="t" l="l"/>
              <a:pathLst>
                <a:path h="993692" w="3001794">
                  <a:moveTo>
                    <a:pt x="41435" y="0"/>
                  </a:moveTo>
                  <a:lnTo>
                    <a:pt x="2960359" y="0"/>
                  </a:lnTo>
                  <a:cubicBezTo>
                    <a:pt x="2971348" y="0"/>
                    <a:pt x="2981888" y="4366"/>
                    <a:pt x="2989658" y="12136"/>
                  </a:cubicBezTo>
                  <a:cubicBezTo>
                    <a:pt x="2997429" y="19907"/>
                    <a:pt x="3001794" y="30446"/>
                    <a:pt x="3001794" y="41435"/>
                  </a:cubicBezTo>
                  <a:lnTo>
                    <a:pt x="3001794" y="952257"/>
                  </a:lnTo>
                  <a:cubicBezTo>
                    <a:pt x="3001794" y="963246"/>
                    <a:pt x="2997429" y="973786"/>
                    <a:pt x="2989658" y="981556"/>
                  </a:cubicBezTo>
                  <a:cubicBezTo>
                    <a:pt x="2981888" y="989327"/>
                    <a:pt x="2971348" y="993692"/>
                    <a:pt x="2960359" y="993692"/>
                  </a:cubicBezTo>
                  <a:lnTo>
                    <a:pt x="41435" y="993692"/>
                  </a:lnTo>
                  <a:cubicBezTo>
                    <a:pt x="30446" y="993692"/>
                    <a:pt x="19907" y="989327"/>
                    <a:pt x="12136" y="981556"/>
                  </a:cubicBezTo>
                  <a:cubicBezTo>
                    <a:pt x="4366" y="973786"/>
                    <a:pt x="0" y="963246"/>
                    <a:pt x="0" y="952257"/>
                  </a:cubicBezTo>
                  <a:lnTo>
                    <a:pt x="0" y="41435"/>
                  </a:lnTo>
                  <a:cubicBezTo>
                    <a:pt x="0" y="30446"/>
                    <a:pt x="4366" y="19907"/>
                    <a:pt x="12136" y="12136"/>
                  </a:cubicBezTo>
                  <a:cubicBezTo>
                    <a:pt x="19907" y="4366"/>
                    <a:pt x="30446" y="0"/>
                    <a:pt x="41435" y="0"/>
                  </a:cubicBezTo>
                  <a:close/>
                </a:path>
              </a:pathLst>
            </a:custGeom>
            <a:solidFill>
              <a:srgbClr val="F0E8D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001794" cy="1050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032579" y="345830"/>
            <a:ext cx="7118697" cy="1686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1"/>
              </a:lnSpc>
            </a:pPr>
            <a:r>
              <a:rPr lang="en-US" sz="6622" b="true">
                <a:solidFill>
                  <a:srgbClr val="BA8145"/>
                </a:solidFill>
                <a:latin typeface="Poppins Bold"/>
                <a:ea typeface="Poppins Bold"/>
                <a:cs typeface="Poppins Bold"/>
                <a:sym typeface="Poppins Bold"/>
              </a:rPr>
              <a:t>Uso de Sessões</a:t>
            </a:r>
          </a:p>
          <a:p>
            <a:pPr algn="ctr">
              <a:lnSpc>
                <a:spcPts val="6291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735522" y="3367446"/>
            <a:ext cx="7559618" cy="49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09"/>
              </a:lnSpc>
              <a:spcBef>
                <a:spcPct val="0"/>
              </a:spcBef>
            </a:pPr>
            <a:r>
              <a:rPr lang="en-US" sz="2720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is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te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emb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ra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q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ue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 e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á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 lo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22867" y="1187014"/>
            <a:ext cx="5741502" cy="49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09"/>
              </a:lnSpc>
              <a:spcBef>
                <a:spcPct val="0"/>
              </a:spcBef>
            </a:pPr>
            <a:r>
              <a:rPr lang="en-US" sz="2720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$_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ESSION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35522" y="4283317"/>
            <a:ext cx="7559618" cy="49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09"/>
              </a:lnSpc>
              <a:spcBef>
                <a:spcPct val="0"/>
              </a:spcBef>
            </a:pPr>
            <a:r>
              <a:rPr lang="en-US" sz="2720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Protege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 as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 pág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ina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 im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po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rtantes.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35522" y="5199188"/>
            <a:ext cx="8628846" cy="49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09"/>
              </a:lnSpc>
              <a:spcBef>
                <a:spcPct val="0"/>
              </a:spcBef>
            </a:pPr>
            <a:r>
              <a:rPr lang="en-US" sz="2720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Manda</a:t>
            </a:r>
            <a:r>
              <a:rPr lang="en-US" sz="2720" strike="noStrike" u="none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 de volta pro login quem não tem acesso.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510929">
            <a:off x="-728022" y="6567306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1" y="0"/>
                </a:lnTo>
                <a:lnTo>
                  <a:pt x="8261041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447303">
            <a:off x="12849015" y="-1974713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542793">
            <a:off x="16610484" y="-355435"/>
            <a:ext cx="2475431" cy="2151374"/>
          </a:xfrm>
          <a:custGeom>
            <a:avLst/>
            <a:gdLst/>
            <a:ahLst/>
            <a:cxnLst/>
            <a:rect r="r" b="b" t="t" l="l"/>
            <a:pathLst>
              <a:path h="2151374" w="2475431">
                <a:moveTo>
                  <a:pt x="0" y="0"/>
                </a:moveTo>
                <a:lnTo>
                  <a:pt x="2475430" y="0"/>
                </a:lnTo>
                <a:lnTo>
                  <a:pt x="2475430" y="2151374"/>
                </a:lnTo>
                <a:lnTo>
                  <a:pt x="0" y="21513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542793">
            <a:off x="13579311" y="6890512"/>
            <a:ext cx="5562977" cy="4834732"/>
          </a:xfrm>
          <a:custGeom>
            <a:avLst/>
            <a:gdLst/>
            <a:ahLst/>
            <a:cxnLst/>
            <a:rect r="r" b="b" t="t" l="l"/>
            <a:pathLst>
              <a:path h="4834732" w="5562977">
                <a:moveTo>
                  <a:pt x="0" y="0"/>
                </a:moveTo>
                <a:lnTo>
                  <a:pt x="5562977" y="0"/>
                </a:lnTo>
                <a:lnTo>
                  <a:pt x="5562977" y="4834732"/>
                </a:lnTo>
                <a:lnTo>
                  <a:pt x="0" y="48347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2805845"/>
            <a:ext cx="6968692" cy="1814954"/>
            <a:chOff x="0" y="0"/>
            <a:chExt cx="1835376" cy="4780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35376" cy="478013"/>
            </a:xfrm>
            <a:custGeom>
              <a:avLst/>
              <a:gdLst/>
              <a:ahLst/>
              <a:cxnLst/>
              <a:rect r="r" b="b" t="t" l="l"/>
              <a:pathLst>
                <a:path h="478013" w="1835376">
                  <a:moveTo>
                    <a:pt x="67768" y="0"/>
                  </a:moveTo>
                  <a:lnTo>
                    <a:pt x="1767607" y="0"/>
                  </a:lnTo>
                  <a:cubicBezTo>
                    <a:pt x="1785581" y="0"/>
                    <a:pt x="1802818" y="7140"/>
                    <a:pt x="1815527" y="19849"/>
                  </a:cubicBezTo>
                  <a:cubicBezTo>
                    <a:pt x="1828236" y="32558"/>
                    <a:pt x="1835376" y="49795"/>
                    <a:pt x="1835376" y="67768"/>
                  </a:cubicBezTo>
                  <a:lnTo>
                    <a:pt x="1835376" y="410244"/>
                  </a:lnTo>
                  <a:cubicBezTo>
                    <a:pt x="1835376" y="428218"/>
                    <a:pt x="1828236" y="445455"/>
                    <a:pt x="1815527" y="458164"/>
                  </a:cubicBezTo>
                  <a:cubicBezTo>
                    <a:pt x="1802818" y="470873"/>
                    <a:pt x="1785581" y="478013"/>
                    <a:pt x="1767607" y="478013"/>
                  </a:cubicBezTo>
                  <a:lnTo>
                    <a:pt x="67768" y="478013"/>
                  </a:lnTo>
                  <a:cubicBezTo>
                    <a:pt x="49795" y="478013"/>
                    <a:pt x="32558" y="470873"/>
                    <a:pt x="19849" y="458164"/>
                  </a:cubicBezTo>
                  <a:cubicBezTo>
                    <a:pt x="7140" y="445455"/>
                    <a:pt x="0" y="428218"/>
                    <a:pt x="0" y="410244"/>
                  </a:cubicBezTo>
                  <a:lnTo>
                    <a:pt x="0" y="67768"/>
                  </a:lnTo>
                  <a:cubicBezTo>
                    <a:pt x="0" y="49795"/>
                    <a:pt x="7140" y="32558"/>
                    <a:pt x="19849" y="19849"/>
                  </a:cubicBezTo>
                  <a:cubicBezTo>
                    <a:pt x="32558" y="7140"/>
                    <a:pt x="49795" y="0"/>
                    <a:pt x="67768" y="0"/>
                  </a:cubicBezTo>
                  <a:close/>
                </a:path>
              </a:pathLst>
            </a:custGeom>
            <a:solidFill>
              <a:srgbClr val="F0E8D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835376" cy="535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5599953"/>
            <a:ext cx="6968692" cy="1814954"/>
            <a:chOff x="0" y="0"/>
            <a:chExt cx="1835376" cy="4780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35376" cy="478013"/>
            </a:xfrm>
            <a:custGeom>
              <a:avLst/>
              <a:gdLst/>
              <a:ahLst/>
              <a:cxnLst/>
              <a:rect r="r" b="b" t="t" l="l"/>
              <a:pathLst>
                <a:path h="478013" w="1835376">
                  <a:moveTo>
                    <a:pt x="67768" y="0"/>
                  </a:moveTo>
                  <a:lnTo>
                    <a:pt x="1767607" y="0"/>
                  </a:lnTo>
                  <a:cubicBezTo>
                    <a:pt x="1785581" y="0"/>
                    <a:pt x="1802818" y="7140"/>
                    <a:pt x="1815527" y="19849"/>
                  </a:cubicBezTo>
                  <a:cubicBezTo>
                    <a:pt x="1828236" y="32558"/>
                    <a:pt x="1835376" y="49795"/>
                    <a:pt x="1835376" y="67768"/>
                  </a:cubicBezTo>
                  <a:lnTo>
                    <a:pt x="1835376" y="410244"/>
                  </a:lnTo>
                  <a:cubicBezTo>
                    <a:pt x="1835376" y="428218"/>
                    <a:pt x="1828236" y="445455"/>
                    <a:pt x="1815527" y="458164"/>
                  </a:cubicBezTo>
                  <a:cubicBezTo>
                    <a:pt x="1802818" y="470873"/>
                    <a:pt x="1785581" y="478013"/>
                    <a:pt x="1767607" y="478013"/>
                  </a:cubicBezTo>
                  <a:lnTo>
                    <a:pt x="67768" y="478013"/>
                  </a:lnTo>
                  <a:cubicBezTo>
                    <a:pt x="49795" y="478013"/>
                    <a:pt x="32558" y="470873"/>
                    <a:pt x="19849" y="458164"/>
                  </a:cubicBezTo>
                  <a:cubicBezTo>
                    <a:pt x="7140" y="445455"/>
                    <a:pt x="0" y="428218"/>
                    <a:pt x="0" y="410244"/>
                  </a:cubicBezTo>
                  <a:lnTo>
                    <a:pt x="0" y="67768"/>
                  </a:lnTo>
                  <a:cubicBezTo>
                    <a:pt x="0" y="49795"/>
                    <a:pt x="7140" y="32558"/>
                    <a:pt x="19849" y="19849"/>
                  </a:cubicBezTo>
                  <a:cubicBezTo>
                    <a:pt x="32558" y="7140"/>
                    <a:pt x="49795" y="0"/>
                    <a:pt x="67768" y="0"/>
                  </a:cubicBezTo>
                  <a:close/>
                </a:path>
              </a:pathLst>
            </a:custGeom>
            <a:solidFill>
              <a:srgbClr val="F0E8D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835376" cy="535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910384" y="2805845"/>
            <a:ext cx="6968692" cy="1814954"/>
            <a:chOff x="0" y="0"/>
            <a:chExt cx="1835376" cy="4780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35376" cy="478013"/>
            </a:xfrm>
            <a:custGeom>
              <a:avLst/>
              <a:gdLst/>
              <a:ahLst/>
              <a:cxnLst/>
              <a:rect r="r" b="b" t="t" l="l"/>
              <a:pathLst>
                <a:path h="478013" w="1835376">
                  <a:moveTo>
                    <a:pt x="67768" y="0"/>
                  </a:moveTo>
                  <a:lnTo>
                    <a:pt x="1767607" y="0"/>
                  </a:lnTo>
                  <a:cubicBezTo>
                    <a:pt x="1785581" y="0"/>
                    <a:pt x="1802818" y="7140"/>
                    <a:pt x="1815527" y="19849"/>
                  </a:cubicBezTo>
                  <a:cubicBezTo>
                    <a:pt x="1828236" y="32558"/>
                    <a:pt x="1835376" y="49795"/>
                    <a:pt x="1835376" y="67768"/>
                  </a:cubicBezTo>
                  <a:lnTo>
                    <a:pt x="1835376" y="410244"/>
                  </a:lnTo>
                  <a:cubicBezTo>
                    <a:pt x="1835376" y="428218"/>
                    <a:pt x="1828236" y="445455"/>
                    <a:pt x="1815527" y="458164"/>
                  </a:cubicBezTo>
                  <a:cubicBezTo>
                    <a:pt x="1802818" y="470873"/>
                    <a:pt x="1785581" y="478013"/>
                    <a:pt x="1767607" y="478013"/>
                  </a:cubicBezTo>
                  <a:lnTo>
                    <a:pt x="67768" y="478013"/>
                  </a:lnTo>
                  <a:cubicBezTo>
                    <a:pt x="49795" y="478013"/>
                    <a:pt x="32558" y="470873"/>
                    <a:pt x="19849" y="458164"/>
                  </a:cubicBezTo>
                  <a:cubicBezTo>
                    <a:pt x="7140" y="445455"/>
                    <a:pt x="0" y="428218"/>
                    <a:pt x="0" y="410244"/>
                  </a:cubicBezTo>
                  <a:lnTo>
                    <a:pt x="0" y="67768"/>
                  </a:lnTo>
                  <a:cubicBezTo>
                    <a:pt x="0" y="49795"/>
                    <a:pt x="7140" y="32558"/>
                    <a:pt x="19849" y="19849"/>
                  </a:cubicBezTo>
                  <a:cubicBezTo>
                    <a:pt x="32558" y="7140"/>
                    <a:pt x="49795" y="0"/>
                    <a:pt x="67768" y="0"/>
                  </a:cubicBezTo>
                  <a:close/>
                </a:path>
              </a:pathLst>
            </a:custGeom>
            <a:solidFill>
              <a:srgbClr val="F0E8D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835376" cy="535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910384" y="5599953"/>
            <a:ext cx="6968692" cy="1814954"/>
            <a:chOff x="0" y="0"/>
            <a:chExt cx="1835376" cy="47801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35376" cy="478013"/>
            </a:xfrm>
            <a:custGeom>
              <a:avLst/>
              <a:gdLst/>
              <a:ahLst/>
              <a:cxnLst/>
              <a:rect r="r" b="b" t="t" l="l"/>
              <a:pathLst>
                <a:path h="478013" w="1835376">
                  <a:moveTo>
                    <a:pt x="67768" y="0"/>
                  </a:moveTo>
                  <a:lnTo>
                    <a:pt x="1767607" y="0"/>
                  </a:lnTo>
                  <a:cubicBezTo>
                    <a:pt x="1785581" y="0"/>
                    <a:pt x="1802818" y="7140"/>
                    <a:pt x="1815527" y="19849"/>
                  </a:cubicBezTo>
                  <a:cubicBezTo>
                    <a:pt x="1828236" y="32558"/>
                    <a:pt x="1835376" y="49795"/>
                    <a:pt x="1835376" y="67768"/>
                  </a:cubicBezTo>
                  <a:lnTo>
                    <a:pt x="1835376" y="410244"/>
                  </a:lnTo>
                  <a:cubicBezTo>
                    <a:pt x="1835376" y="428218"/>
                    <a:pt x="1828236" y="445455"/>
                    <a:pt x="1815527" y="458164"/>
                  </a:cubicBezTo>
                  <a:cubicBezTo>
                    <a:pt x="1802818" y="470873"/>
                    <a:pt x="1785581" y="478013"/>
                    <a:pt x="1767607" y="478013"/>
                  </a:cubicBezTo>
                  <a:lnTo>
                    <a:pt x="67768" y="478013"/>
                  </a:lnTo>
                  <a:cubicBezTo>
                    <a:pt x="49795" y="478013"/>
                    <a:pt x="32558" y="470873"/>
                    <a:pt x="19849" y="458164"/>
                  </a:cubicBezTo>
                  <a:cubicBezTo>
                    <a:pt x="7140" y="445455"/>
                    <a:pt x="0" y="428218"/>
                    <a:pt x="0" y="410244"/>
                  </a:cubicBezTo>
                  <a:lnTo>
                    <a:pt x="0" y="67768"/>
                  </a:lnTo>
                  <a:cubicBezTo>
                    <a:pt x="0" y="49795"/>
                    <a:pt x="7140" y="32558"/>
                    <a:pt x="19849" y="19849"/>
                  </a:cubicBezTo>
                  <a:cubicBezTo>
                    <a:pt x="32558" y="7140"/>
                    <a:pt x="49795" y="0"/>
                    <a:pt x="67768" y="0"/>
                  </a:cubicBezTo>
                  <a:close/>
                </a:path>
              </a:pathLst>
            </a:custGeom>
            <a:solidFill>
              <a:srgbClr val="F0E8D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835376" cy="535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476856" y="3087766"/>
            <a:ext cx="1022448" cy="1022448"/>
          </a:xfrm>
          <a:custGeom>
            <a:avLst/>
            <a:gdLst/>
            <a:ahLst/>
            <a:cxnLst/>
            <a:rect r="r" b="b" t="t" l="l"/>
            <a:pathLst>
              <a:path h="1022448" w="1022448">
                <a:moveTo>
                  <a:pt x="0" y="0"/>
                </a:moveTo>
                <a:lnTo>
                  <a:pt x="1022447" y="0"/>
                </a:lnTo>
                <a:lnTo>
                  <a:pt x="1022447" y="1022448"/>
                </a:lnTo>
                <a:lnTo>
                  <a:pt x="0" y="102244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032872" y="3119435"/>
            <a:ext cx="1000787" cy="990779"/>
          </a:xfrm>
          <a:custGeom>
            <a:avLst/>
            <a:gdLst/>
            <a:ahLst/>
            <a:cxnLst/>
            <a:rect r="r" b="b" t="t" l="l"/>
            <a:pathLst>
              <a:path h="990779" w="1000787">
                <a:moveTo>
                  <a:pt x="0" y="0"/>
                </a:moveTo>
                <a:lnTo>
                  <a:pt x="1000787" y="0"/>
                </a:lnTo>
                <a:lnTo>
                  <a:pt x="1000787" y="990779"/>
                </a:lnTo>
                <a:lnTo>
                  <a:pt x="0" y="9907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01694" y="6127094"/>
            <a:ext cx="686385" cy="686385"/>
          </a:xfrm>
          <a:custGeom>
            <a:avLst/>
            <a:gdLst/>
            <a:ahLst/>
            <a:cxnLst/>
            <a:rect r="r" b="b" t="t" l="l"/>
            <a:pathLst>
              <a:path h="686385" w="686385">
                <a:moveTo>
                  <a:pt x="0" y="0"/>
                </a:moveTo>
                <a:lnTo>
                  <a:pt x="686385" y="0"/>
                </a:lnTo>
                <a:lnTo>
                  <a:pt x="686385" y="686386"/>
                </a:lnTo>
                <a:lnTo>
                  <a:pt x="0" y="6863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193031" y="5966071"/>
            <a:ext cx="680468" cy="945094"/>
          </a:xfrm>
          <a:custGeom>
            <a:avLst/>
            <a:gdLst/>
            <a:ahLst/>
            <a:cxnLst/>
            <a:rect r="r" b="b" t="t" l="l"/>
            <a:pathLst>
              <a:path h="945094" w="680468">
                <a:moveTo>
                  <a:pt x="0" y="0"/>
                </a:moveTo>
                <a:lnTo>
                  <a:pt x="680468" y="0"/>
                </a:lnTo>
                <a:lnTo>
                  <a:pt x="680468" y="945094"/>
                </a:lnTo>
                <a:lnTo>
                  <a:pt x="0" y="94509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670746" y="104775"/>
            <a:ext cx="11407587" cy="2477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1"/>
              </a:lnSpc>
            </a:pPr>
            <a:r>
              <a:rPr lang="en-US" sz="6622" b="true">
                <a:solidFill>
                  <a:srgbClr val="BA8145"/>
                </a:solidFill>
                <a:latin typeface="Poppins Bold"/>
                <a:ea typeface="Poppins Bold"/>
                <a:cs typeface="Poppins Bold"/>
                <a:sym typeface="Poppins Bold"/>
              </a:rPr>
              <a:t>O que o sistema faz (CRUD)</a:t>
            </a:r>
          </a:p>
          <a:p>
            <a:pPr algn="ctr">
              <a:lnSpc>
                <a:spcPts val="6291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2670746" y="3052760"/>
            <a:ext cx="1110407" cy="87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1"/>
              </a:lnSpc>
              <a:spcBef>
                <a:spcPct val="0"/>
              </a:spcBef>
            </a:pPr>
            <a:r>
              <a:rPr lang="en-US" b="true" sz="249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</a:t>
            </a:r>
            <a:r>
              <a:rPr lang="en-US" b="true" sz="249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eate</a:t>
            </a:r>
          </a:p>
          <a:p>
            <a:pPr algn="ctr">
              <a:lnSpc>
                <a:spcPts val="3491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2670746" y="3459241"/>
            <a:ext cx="3885456" cy="44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1"/>
              </a:lnSpc>
              <a:spcBef>
                <a:spcPct val="0"/>
              </a:spcBef>
            </a:pPr>
            <a:r>
              <a:rPr lang="en-US" sz="249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Cadastra novos </a:t>
            </a:r>
            <a:r>
              <a:rPr lang="en-US" sz="249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amigos.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19525" y="3021091"/>
            <a:ext cx="831503" cy="87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1"/>
              </a:lnSpc>
              <a:spcBef>
                <a:spcPct val="0"/>
              </a:spcBef>
            </a:pPr>
            <a:r>
              <a:rPr lang="en-US" b="true" sz="249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b="true" sz="249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ead</a:t>
            </a:r>
          </a:p>
          <a:p>
            <a:pPr algn="ctr">
              <a:lnSpc>
                <a:spcPts val="3491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0216343" y="3490910"/>
            <a:ext cx="5590133" cy="44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1"/>
              </a:lnSpc>
              <a:spcBef>
                <a:spcPct val="0"/>
              </a:spcBef>
            </a:pPr>
            <a:r>
              <a:rPr lang="en-US" sz="249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Mostra a lista completa de </a:t>
            </a:r>
            <a:r>
              <a:rPr lang="en-US" sz="249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amigos.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251387" y="5809725"/>
            <a:ext cx="1191816" cy="87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1"/>
              </a:lnSpc>
              <a:spcBef>
                <a:spcPct val="0"/>
              </a:spcBef>
            </a:pPr>
            <a:r>
              <a:rPr lang="en-US" b="true" sz="249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Upd</a:t>
            </a:r>
            <a:r>
              <a:rPr lang="en-US" b="true" sz="249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ate</a:t>
            </a:r>
          </a:p>
          <a:p>
            <a:pPr algn="ctr">
              <a:lnSpc>
                <a:spcPts val="3491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2251387" y="6216206"/>
            <a:ext cx="5362129" cy="44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1"/>
              </a:lnSpc>
              <a:spcBef>
                <a:spcPct val="0"/>
              </a:spcBef>
            </a:pPr>
            <a:r>
              <a:rPr lang="en-US" sz="249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Altera as informações de </a:t>
            </a:r>
            <a:r>
              <a:rPr lang="en-US" sz="249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alguém.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16343" y="5778056"/>
            <a:ext cx="1037332" cy="87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1"/>
              </a:lnSpc>
              <a:spcBef>
                <a:spcPct val="0"/>
              </a:spcBef>
            </a:pPr>
            <a:r>
              <a:rPr lang="en-US" b="true" sz="249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</a:t>
            </a:r>
            <a:r>
              <a:rPr lang="en-US" b="true" sz="249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elete</a:t>
            </a:r>
          </a:p>
          <a:p>
            <a:pPr algn="ctr">
              <a:lnSpc>
                <a:spcPts val="3491"/>
              </a:lnSpc>
              <a:spcBef>
                <a:spcPct val="0"/>
              </a:spcBef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10219525" y="6184537"/>
            <a:ext cx="4115991" cy="44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1"/>
              </a:lnSpc>
              <a:spcBef>
                <a:spcPct val="0"/>
              </a:spcBef>
            </a:pPr>
            <a:r>
              <a:rPr lang="en-US" sz="249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Apaga um </a:t>
            </a:r>
            <a:r>
              <a:rPr lang="en-US" sz="249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amigo da lista.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05700">
            <a:off x="-3101821" y="-2827029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447303">
            <a:off x="12849015" y="-1974713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542793">
            <a:off x="16610484" y="-355435"/>
            <a:ext cx="2475431" cy="2151374"/>
          </a:xfrm>
          <a:custGeom>
            <a:avLst/>
            <a:gdLst/>
            <a:ahLst/>
            <a:cxnLst/>
            <a:rect r="r" b="b" t="t" l="l"/>
            <a:pathLst>
              <a:path h="2151374" w="2475431">
                <a:moveTo>
                  <a:pt x="0" y="0"/>
                </a:moveTo>
                <a:lnTo>
                  <a:pt x="2475430" y="0"/>
                </a:lnTo>
                <a:lnTo>
                  <a:pt x="2475430" y="2151374"/>
                </a:lnTo>
                <a:lnTo>
                  <a:pt x="0" y="21513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542793">
            <a:off x="13097588" y="6455407"/>
            <a:ext cx="5562977" cy="4834732"/>
          </a:xfrm>
          <a:custGeom>
            <a:avLst/>
            <a:gdLst/>
            <a:ahLst/>
            <a:cxnLst/>
            <a:rect r="r" b="b" t="t" l="l"/>
            <a:pathLst>
              <a:path h="4834732" w="5562977">
                <a:moveTo>
                  <a:pt x="0" y="0"/>
                </a:moveTo>
                <a:lnTo>
                  <a:pt x="5562977" y="0"/>
                </a:lnTo>
                <a:lnTo>
                  <a:pt x="5562977" y="4834732"/>
                </a:lnTo>
                <a:lnTo>
                  <a:pt x="0" y="48347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94598" y="197601"/>
            <a:ext cx="9625495" cy="1747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5"/>
              </a:lnSpc>
            </a:pPr>
            <a:r>
              <a:rPr lang="en-US" sz="6752" b="true">
                <a:solidFill>
                  <a:srgbClr val="4C3F26"/>
                </a:solidFill>
                <a:latin typeface="Poppins Bold"/>
                <a:ea typeface="Poppins Bold"/>
                <a:cs typeface="Poppins Bold"/>
                <a:sym typeface="Poppins Bold"/>
              </a:rPr>
              <a:t>Uso de Cookies</a:t>
            </a:r>
          </a:p>
          <a:p>
            <a:pPr algn="ctr">
              <a:lnSpc>
                <a:spcPts val="6415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565970" y="1547549"/>
            <a:ext cx="2482752" cy="337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68"/>
              </a:lnSpc>
              <a:spcBef>
                <a:spcPct val="0"/>
              </a:spcBef>
            </a:pPr>
            <a:r>
              <a:rPr lang="en-US" b="true" sz="2493">
                <a:solidFill>
                  <a:srgbClr val="4C3F26"/>
                </a:solidFill>
                <a:latin typeface="Poppins Bold"/>
                <a:ea typeface="Poppins Bold"/>
                <a:cs typeface="Poppins Bold"/>
                <a:sym typeface="Poppins Bold"/>
              </a:rPr>
              <a:t>setcookie()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704601" y="3449708"/>
            <a:ext cx="11397438" cy="3772926"/>
            <a:chOff x="0" y="0"/>
            <a:chExt cx="3001794" cy="9936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01794" cy="993692"/>
            </a:xfrm>
            <a:custGeom>
              <a:avLst/>
              <a:gdLst/>
              <a:ahLst/>
              <a:cxnLst/>
              <a:rect r="r" b="b" t="t" l="l"/>
              <a:pathLst>
                <a:path h="993692" w="3001794">
                  <a:moveTo>
                    <a:pt x="41435" y="0"/>
                  </a:moveTo>
                  <a:lnTo>
                    <a:pt x="2960359" y="0"/>
                  </a:lnTo>
                  <a:cubicBezTo>
                    <a:pt x="2971348" y="0"/>
                    <a:pt x="2981888" y="4366"/>
                    <a:pt x="2989658" y="12136"/>
                  </a:cubicBezTo>
                  <a:cubicBezTo>
                    <a:pt x="2997429" y="19907"/>
                    <a:pt x="3001794" y="30446"/>
                    <a:pt x="3001794" y="41435"/>
                  </a:cubicBezTo>
                  <a:lnTo>
                    <a:pt x="3001794" y="952257"/>
                  </a:lnTo>
                  <a:cubicBezTo>
                    <a:pt x="3001794" y="963246"/>
                    <a:pt x="2997429" y="973786"/>
                    <a:pt x="2989658" y="981556"/>
                  </a:cubicBezTo>
                  <a:cubicBezTo>
                    <a:pt x="2981888" y="989327"/>
                    <a:pt x="2971348" y="993692"/>
                    <a:pt x="2960359" y="993692"/>
                  </a:cubicBezTo>
                  <a:lnTo>
                    <a:pt x="41435" y="993692"/>
                  </a:lnTo>
                  <a:cubicBezTo>
                    <a:pt x="30446" y="993692"/>
                    <a:pt x="19907" y="989327"/>
                    <a:pt x="12136" y="981556"/>
                  </a:cubicBezTo>
                  <a:cubicBezTo>
                    <a:pt x="4366" y="973786"/>
                    <a:pt x="0" y="963246"/>
                    <a:pt x="0" y="952257"/>
                  </a:cubicBezTo>
                  <a:lnTo>
                    <a:pt x="0" y="41435"/>
                  </a:lnTo>
                  <a:cubicBezTo>
                    <a:pt x="0" y="30446"/>
                    <a:pt x="4366" y="19907"/>
                    <a:pt x="12136" y="12136"/>
                  </a:cubicBezTo>
                  <a:cubicBezTo>
                    <a:pt x="19907" y="4366"/>
                    <a:pt x="30446" y="0"/>
                    <a:pt x="41435" y="0"/>
                  </a:cubicBezTo>
                  <a:close/>
                </a:path>
              </a:pathLst>
            </a:custGeom>
            <a:solidFill>
              <a:srgbClr val="F0E8D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3001794" cy="1050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412867" y="3993825"/>
            <a:ext cx="6029325" cy="44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1"/>
              </a:lnSpc>
              <a:spcBef>
                <a:spcPct val="0"/>
              </a:spcBef>
            </a:pPr>
            <a:r>
              <a:rPr lang="en-US" sz="2493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Salva pequ</a:t>
            </a:r>
            <a:r>
              <a:rPr lang="en-US" sz="2493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enos avisos no navegador.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12867" y="4702013"/>
            <a:ext cx="6389340" cy="44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1"/>
              </a:lnSpc>
              <a:spcBef>
                <a:spcPct val="0"/>
              </a:spcBef>
            </a:pPr>
            <a:r>
              <a:rPr lang="en-US" sz="2493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Tem um t</a:t>
            </a:r>
            <a:r>
              <a:rPr lang="en-US" sz="2493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empo certo para desaparecer.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12867" y="5410646"/>
            <a:ext cx="6931968" cy="44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1"/>
              </a:lnSpc>
              <a:spcBef>
                <a:spcPct val="0"/>
              </a:spcBef>
            </a:pPr>
            <a:r>
              <a:rPr lang="en-US" sz="2493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Ajuda a</a:t>
            </a:r>
            <a:r>
              <a:rPr lang="en-US" sz="2493">
                <a:solidFill>
                  <a:srgbClr val="4C3F26"/>
                </a:solidFill>
                <a:latin typeface="Poppins"/>
                <a:ea typeface="Poppins"/>
                <a:cs typeface="Poppins"/>
                <a:sym typeface="Poppins"/>
              </a:rPr>
              <a:t> guardar preferências de quem usa.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05700">
            <a:off x="-3101821" y="-2827029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447303">
            <a:off x="12849015" y="-1974713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542793">
            <a:off x="16610484" y="-355435"/>
            <a:ext cx="2475431" cy="2151374"/>
          </a:xfrm>
          <a:custGeom>
            <a:avLst/>
            <a:gdLst/>
            <a:ahLst/>
            <a:cxnLst/>
            <a:rect r="r" b="b" t="t" l="l"/>
            <a:pathLst>
              <a:path h="2151374" w="2475431">
                <a:moveTo>
                  <a:pt x="0" y="0"/>
                </a:moveTo>
                <a:lnTo>
                  <a:pt x="2475430" y="0"/>
                </a:lnTo>
                <a:lnTo>
                  <a:pt x="2475430" y="2151374"/>
                </a:lnTo>
                <a:lnTo>
                  <a:pt x="0" y="21513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542793">
            <a:off x="13097588" y="6455407"/>
            <a:ext cx="5562977" cy="4834732"/>
          </a:xfrm>
          <a:custGeom>
            <a:avLst/>
            <a:gdLst/>
            <a:ahLst/>
            <a:cxnLst/>
            <a:rect r="r" b="b" t="t" l="l"/>
            <a:pathLst>
              <a:path h="4834732" w="5562977">
                <a:moveTo>
                  <a:pt x="0" y="0"/>
                </a:moveTo>
                <a:lnTo>
                  <a:pt x="5562977" y="0"/>
                </a:lnTo>
                <a:lnTo>
                  <a:pt x="5562977" y="4834732"/>
                </a:lnTo>
                <a:lnTo>
                  <a:pt x="0" y="48347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936285" y="3109830"/>
            <a:ext cx="10415429" cy="4067339"/>
          </a:xfrm>
          <a:custGeom>
            <a:avLst/>
            <a:gdLst/>
            <a:ahLst/>
            <a:cxnLst/>
            <a:rect r="r" b="b" t="t" l="l"/>
            <a:pathLst>
              <a:path h="4067339" w="10415429">
                <a:moveTo>
                  <a:pt x="0" y="0"/>
                </a:moveTo>
                <a:lnTo>
                  <a:pt x="10415430" y="0"/>
                </a:lnTo>
                <a:lnTo>
                  <a:pt x="10415430" y="4067340"/>
                </a:lnTo>
                <a:lnTo>
                  <a:pt x="0" y="40673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994598" y="197601"/>
            <a:ext cx="9625495" cy="1747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5"/>
              </a:lnSpc>
            </a:pPr>
            <a:r>
              <a:rPr lang="en-US" sz="6752" b="true">
                <a:solidFill>
                  <a:srgbClr val="4C3F26"/>
                </a:solidFill>
                <a:latin typeface="Poppins Bold"/>
                <a:ea typeface="Poppins Bold"/>
                <a:cs typeface="Poppins Bold"/>
                <a:sym typeface="Poppins Bold"/>
              </a:rPr>
              <a:t>Código de Segurança</a:t>
            </a:r>
          </a:p>
          <a:p>
            <a:pPr algn="ctr">
              <a:lnSpc>
                <a:spcPts val="6415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631085" y="7741226"/>
            <a:ext cx="7025830" cy="634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68"/>
              </a:lnSpc>
              <a:spcBef>
                <a:spcPct val="0"/>
              </a:spcBef>
            </a:pPr>
            <a:r>
              <a:rPr lang="en-US" b="true" sz="2493">
                <a:solidFill>
                  <a:srgbClr val="4C3F26"/>
                </a:solidFill>
                <a:latin typeface="Poppins Bold"/>
                <a:ea typeface="Poppins Bold"/>
                <a:cs typeface="Poppins Bold"/>
                <a:sym typeface="Poppins Bold"/>
              </a:rPr>
              <a:t>Esse código barra na hora as pessoas que tentam entrar sem login.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05700">
            <a:off x="-3101821" y="-2827029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447303">
            <a:off x="12849015" y="-1974713"/>
            <a:ext cx="8261042" cy="7720319"/>
          </a:xfrm>
          <a:custGeom>
            <a:avLst/>
            <a:gdLst/>
            <a:ahLst/>
            <a:cxnLst/>
            <a:rect r="r" b="b" t="t" l="l"/>
            <a:pathLst>
              <a:path h="7720319" w="8261042">
                <a:moveTo>
                  <a:pt x="0" y="0"/>
                </a:moveTo>
                <a:lnTo>
                  <a:pt x="8261042" y="0"/>
                </a:lnTo>
                <a:lnTo>
                  <a:pt x="8261042" y="7720319"/>
                </a:lnTo>
                <a:lnTo>
                  <a:pt x="0" y="7720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542793">
            <a:off x="16610484" y="-355435"/>
            <a:ext cx="2475431" cy="2151374"/>
          </a:xfrm>
          <a:custGeom>
            <a:avLst/>
            <a:gdLst/>
            <a:ahLst/>
            <a:cxnLst/>
            <a:rect r="r" b="b" t="t" l="l"/>
            <a:pathLst>
              <a:path h="2151374" w="2475431">
                <a:moveTo>
                  <a:pt x="0" y="0"/>
                </a:moveTo>
                <a:lnTo>
                  <a:pt x="2475430" y="0"/>
                </a:lnTo>
                <a:lnTo>
                  <a:pt x="2475430" y="2151374"/>
                </a:lnTo>
                <a:lnTo>
                  <a:pt x="0" y="21513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542793">
            <a:off x="13097588" y="6455407"/>
            <a:ext cx="5562977" cy="4834732"/>
          </a:xfrm>
          <a:custGeom>
            <a:avLst/>
            <a:gdLst/>
            <a:ahLst/>
            <a:cxnLst/>
            <a:rect r="r" b="b" t="t" l="l"/>
            <a:pathLst>
              <a:path h="4834732" w="5562977">
                <a:moveTo>
                  <a:pt x="0" y="0"/>
                </a:moveTo>
                <a:lnTo>
                  <a:pt x="5562977" y="0"/>
                </a:lnTo>
                <a:lnTo>
                  <a:pt x="5562977" y="4834732"/>
                </a:lnTo>
                <a:lnTo>
                  <a:pt x="0" y="48347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81150" y="3210726"/>
            <a:ext cx="11397438" cy="3772926"/>
            <a:chOff x="0" y="0"/>
            <a:chExt cx="3001794" cy="9936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01794" cy="993692"/>
            </a:xfrm>
            <a:custGeom>
              <a:avLst/>
              <a:gdLst/>
              <a:ahLst/>
              <a:cxnLst/>
              <a:rect r="r" b="b" t="t" l="l"/>
              <a:pathLst>
                <a:path h="993692" w="3001794">
                  <a:moveTo>
                    <a:pt x="41435" y="0"/>
                  </a:moveTo>
                  <a:lnTo>
                    <a:pt x="2960359" y="0"/>
                  </a:lnTo>
                  <a:cubicBezTo>
                    <a:pt x="2971348" y="0"/>
                    <a:pt x="2981888" y="4366"/>
                    <a:pt x="2989658" y="12136"/>
                  </a:cubicBezTo>
                  <a:cubicBezTo>
                    <a:pt x="2997429" y="19907"/>
                    <a:pt x="3001794" y="30446"/>
                    <a:pt x="3001794" y="41435"/>
                  </a:cubicBezTo>
                  <a:lnTo>
                    <a:pt x="3001794" y="952257"/>
                  </a:lnTo>
                  <a:cubicBezTo>
                    <a:pt x="3001794" y="963246"/>
                    <a:pt x="2997429" y="973786"/>
                    <a:pt x="2989658" y="981556"/>
                  </a:cubicBezTo>
                  <a:cubicBezTo>
                    <a:pt x="2981888" y="989327"/>
                    <a:pt x="2971348" y="993692"/>
                    <a:pt x="2960359" y="993692"/>
                  </a:cubicBezTo>
                  <a:lnTo>
                    <a:pt x="41435" y="993692"/>
                  </a:lnTo>
                  <a:cubicBezTo>
                    <a:pt x="30446" y="993692"/>
                    <a:pt x="19907" y="989327"/>
                    <a:pt x="12136" y="981556"/>
                  </a:cubicBezTo>
                  <a:cubicBezTo>
                    <a:pt x="4366" y="973786"/>
                    <a:pt x="0" y="963246"/>
                    <a:pt x="0" y="952257"/>
                  </a:cubicBezTo>
                  <a:lnTo>
                    <a:pt x="0" y="41435"/>
                  </a:lnTo>
                  <a:cubicBezTo>
                    <a:pt x="0" y="30446"/>
                    <a:pt x="4366" y="19907"/>
                    <a:pt x="12136" y="12136"/>
                  </a:cubicBezTo>
                  <a:cubicBezTo>
                    <a:pt x="19907" y="4366"/>
                    <a:pt x="30446" y="0"/>
                    <a:pt x="41435" y="0"/>
                  </a:cubicBezTo>
                  <a:close/>
                </a:path>
              </a:pathLst>
            </a:custGeom>
            <a:solidFill>
              <a:srgbClr val="F0E8D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001794" cy="1050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907581" y="3731811"/>
            <a:ext cx="9959515" cy="1753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5"/>
              </a:lnSpc>
            </a:pPr>
            <a:r>
              <a:rPr lang="en-US" sz="6752" b="true">
                <a:solidFill>
                  <a:srgbClr val="CE9457"/>
                </a:solidFill>
                <a:latin typeface="Poppins Bold"/>
                <a:ea typeface="Poppins Bold"/>
                <a:cs typeface="Poppins Bold"/>
                <a:sym typeface="Poppins Bold"/>
              </a:rPr>
              <a:t>Fim da Apresentação</a:t>
            </a:r>
          </a:p>
          <a:p>
            <a:pPr algn="ctr">
              <a:lnSpc>
                <a:spcPts val="6415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984025" y="4914799"/>
            <a:ext cx="9806627" cy="570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58"/>
              </a:lnSpc>
              <a:spcBef>
                <a:spcPct val="0"/>
              </a:spcBef>
            </a:pPr>
            <a:r>
              <a:rPr lang="en-US" sz="3184">
                <a:solidFill>
                  <a:srgbClr val="CE9457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3184" strike="noStrike" u="none">
                <a:solidFill>
                  <a:srgbClr val="CE9457"/>
                </a:solidFill>
                <a:latin typeface="Poppins"/>
                <a:ea typeface="Poppins"/>
                <a:cs typeface="Poppins"/>
                <a:sym typeface="Poppins"/>
              </a:rPr>
              <a:t>uito obri</a:t>
            </a:r>
            <a:r>
              <a:rPr lang="en-US" sz="3184" strike="noStrike" u="none">
                <a:solidFill>
                  <a:srgbClr val="CE9457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3184" strike="noStrike" u="none">
                <a:solidFill>
                  <a:srgbClr val="CE9457"/>
                </a:solidFill>
                <a:latin typeface="Poppins"/>
                <a:ea typeface="Poppins"/>
                <a:cs typeface="Poppins"/>
                <a:sym typeface="Poppins"/>
              </a:rPr>
              <a:t>ado pela atenção de todos!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DAHRdjWLXMc</dc:identifier>
  <dcterms:modified xsi:type="dcterms:W3CDTF">2011-08-01T06:04:30Z</dcterms:modified>
  <cp:revision>1</cp:revision>
  <dc:title>Plataforma lista de amigos</dc:title>
</cp:coreProperties>
</file>